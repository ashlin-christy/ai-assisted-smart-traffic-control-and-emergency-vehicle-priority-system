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Ambulance Traffic System 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Problem: Ambulances stuck in traffic cause loss of lives</a:t>
            </a:r>
          </a:p>
          <a:p>
            <a:pPr>
              <a:defRPr sz="2400"/>
            </a:pPr>
            <a:r>
              <a:t>Need for intelligent traffic prioritization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 AI (YOLO) to detect ambulance visually</a:t>
            </a:r>
          </a:p>
          <a:p>
            <a:pPr>
              <a:defRPr sz="2400"/>
            </a:pPr>
            <a:r>
              <a:t>Automatically control traffic signals</a:t>
            </a:r>
          </a:p>
          <a:p>
            <a:pPr>
              <a:defRPr sz="2400"/>
            </a:pPr>
            <a:r>
              <a:t>Prioritize emergency vehicles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⚙️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YOLO (Computer Vision)</a:t>
            </a:r>
          </a:p>
          <a:p>
            <a:pPr>
              <a:defRPr sz="2400"/>
            </a:pPr>
            <a:r>
              <a:t>Python + OpenCV</a:t>
            </a:r>
          </a:p>
          <a:p>
            <a:pPr>
              <a:defRPr sz="2400"/>
            </a:pPr>
            <a:r>
              <a:t>Arduino / ESP8266</a:t>
            </a:r>
          </a:p>
          <a:p>
            <a:pPr>
              <a:defRPr sz="2400"/>
            </a:pPr>
            <a:r>
              <a:t>Ultrasonic Sensor</a:t>
            </a:r>
          </a:p>
          <a:p>
            <a:pPr>
              <a:defRPr sz="2400"/>
            </a:pPr>
            <a:r>
              <a:t>Serial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Camera captures live video</a:t>
            </a:r>
          </a:p>
          <a:p>
            <a:pPr>
              <a:defRPr sz="2400"/>
            </a:pPr>
            <a:r>
              <a:t>AI detects ambulance (phone simulation)</a:t>
            </a:r>
          </a:p>
          <a:p>
            <a:pPr>
              <a:defRPr sz="2400"/>
            </a:pPr>
            <a:r>
              <a:t>Signal sent to microcontroller</a:t>
            </a:r>
          </a:p>
          <a:p>
            <a:pPr>
              <a:defRPr sz="2400"/>
            </a:pPr>
            <a:r>
              <a:t>Traffic LED changes automatically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Use 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Smart city traffic systems</a:t>
            </a:r>
          </a:p>
          <a:p>
            <a:pPr>
              <a:defRPr sz="2400"/>
            </a:pPr>
            <a:r>
              <a:t>Emergency response optimization</a:t>
            </a:r>
          </a:p>
          <a:p>
            <a:pPr>
              <a:defRPr sz="2400"/>
            </a:pPr>
            <a:r>
              <a:t>Low-cost and scalable</a:t>
            </a:r>
          </a:p>
          <a:p>
            <a:pPr>
              <a:defRPr sz="2400"/>
            </a:pPr>
            <a:r>
              <a:t>Can integrate with existing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Reduced ambulance delay</a:t>
            </a:r>
          </a:p>
          <a:p>
            <a:pPr>
              <a:defRPr sz="2400"/>
            </a:pPr>
            <a:r>
              <a:t>Improved emergency response time</a:t>
            </a:r>
          </a:p>
          <a:p>
            <a:pPr>
              <a:defRPr sz="2400"/>
            </a:pPr>
            <a:r>
              <a:t>Smart automated traffic control</a:t>
            </a:r>
          </a:p>
          <a:p>
            <a:pPr>
              <a:defRPr sz="2400"/>
            </a:pPr>
            <a:r>
              <a:t>High impact real-world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